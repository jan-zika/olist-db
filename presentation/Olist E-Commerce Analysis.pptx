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79" r:id="rId4"/>
    <p:sldId id="258" r:id="rId5"/>
    <p:sldId id="259" r:id="rId6"/>
    <p:sldId id="260" r:id="rId7"/>
    <p:sldId id="277" r:id="rId8"/>
    <p:sldId id="261" r:id="rId9"/>
    <p:sldId id="278" r:id="rId10"/>
    <p:sldId id="264" r:id="rId11"/>
    <p:sldId id="262" r:id="rId12"/>
    <p:sldId id="263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5" r:id="rId22"/>
    <p:sldId id="276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D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846889-8A4F-41AE-8BDF-B82845B35004}" v="46" dt="2026-04-10T05:17:49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36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Zika" userId="4bf9b42c52853174" providerId="LiveId" clId="{46F8914C-66B5-40A6-B3C4-591741F6FD80}"/>
    <pc:docChg chg="undo redo custSel addSld modSld sldOrd">
      <pc:chgData name="Jan Zika" userId="4bf9b42c52853174" providerId="LiveId" clId="{46F8914C-66B5-40A6-B3C4-591741F6FD80}" dt="2026-04-10T05:17:52.827" v="828" actId="6549"/>
      <pc:docMkLst>
        <pc:docMk/>
      </pc:docMkLst>
      <pc:sldChg chg="modSp">
        <pc:chgData name="Jan Zika" userId="4bf9b42c52853174" providerId="LiveId" clId="{46F8914C-66B5-40A6-B3C4-591741F6FD80}" dt="2026-04-10T02:34:13.334" v="64"/>
        <pc:sldMkLst>
          <pc:docMk/>
          <pc:sldMk cId="764150786" sldId="256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764150786" sldId="256"/>
            <ac:spMk id="2" creationId="{A91D94A9-7D4E-08E8-2BC4-2E577C0376CA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764150786" sldId="256"/>
            <ac:spMk id="3" creationId="{AB8B991C-977C-E566-2E84-577DEEE76A04}"/>
          </ac:spMkLst>
        </pc:spChg>
      </pc:sldChg>
      <pc:sldChg chg="modSp mod">
        <pc:chgData name="Jan Zika" userId="4bf9b42c52853174" providerId="LiveId" clId="{46F8914C-66B5-40A6-B3C4-591741F6FD80}" dt="2026-04-10T05:17:52.827" v="828" actId="6549"/>
        <pc:sldMkLst>
          <pc:docMk/>
          <pc:sldMk cId="486327789" sldId="257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486327789" sldId="257"/>
            <ac:spMk id="4" creationId="{B1BD08D1-A20C-8824-49BF-4AD31207C703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486327789" sldId="257"/>
            <ac:spMk id="5" creationId="{24CF210F-1633-099E-EDC2-40945E14CCB4}"/>
          </ac:spMkLst>
        </pc:spChg>
        <pc:spChg chg="mod">
          <ac:chgData name="Jan Zika" userId="4bf9b42c52853174" providerId="LiveId" clId="{46F8914C-66B5-40A6-B3C4-591741F6FD80}" dt="2026-04-10T05:17:52.827" v="828" actId="6549"/>
          <ac:spMkLst>
            <pc:docMk/>
            <pc:sldMk cId="486327789" sldId="257"/>
            <ac:spMk id="6" creationId="{FD210212-EDE2-D982-0ED2-33A80E851551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486327789" sldId="257"/>
            <ac:spMk id="7" creationId="{B469FF13-3531-629D-F396-B0DEF3786080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486327789" sldId="257"/>
            <ac:spMk id="8" creationId="{191E1A53-C0C9-652E-D895-46D5E3F7287E}"/>
          </ac:spMkLst>
        </pc:spChg>
      </pc:sldChg>
      <pc:sldChg chg="addSp delSp modSp mod setBg modClrScheme delDesignElem chgLayout">
        <pc:chgData name="Jan Zika" userId="4bf9b42c52853174" providerId="LiveId" clId="{46F8914C-66B5-40A6-B3C4-591741F6FD80}" dt="2026-04-10T03:57:18.829" v="186" actId="20577"/>
        <pc:sldMkLst>
          <pc:docMk/>
          <pc:sldMk cId="3517948867" sldId="258"/>
        </pc:sldMkLst>
        <pc:spChg chg="add mod">
          <ac:chgData name="Jan Zika" userId="4bf9b42c52853174" providerId="LiveId" clId="{46F8914C-66B5-40A6-B3C4-591741F6FD80}" dt="2026-04-10T03:49:06.956" v="134"/>
          <ac:spMkLst>
            <pc:docMk/>
            <pc:sldMk cId="3517948867" sldId="258"/>
            <ac:spMk id="4" creationId="{FD8B5BF1-ECAD-E2E9-B781-A53F7EF1CD70}"/>
          </ac:spMkLst>
        </pc:spChg>
        <pc:spChg chg="del mod">
          <ac:chgData name="Jan Zika" userId="4bf9b42c52853174" providerId="LiveId" clId="{46F8914C-66B5-40A6-B3C4-591741F6FD80}" dt="2026-04-10T03:49:33.477" v="140" actId="478"/>
          <ac:spMkLst>
            <pc:docMk/>
            <pc:sldMk cId="3517948867" sldId="258"/>
            <ac:spMk id="5" creationId="{02421600-00E2-56CA-F574-D89E9CB076C6}"/>
          </ac:spMkLst>
        </pc:spChg>
        <pc:spChg chg="add del mod">
          <ac:chgData name="Jan Zika" userId="4bf9b42c52853174" providerId="LiveId" clId="{46F8914C-66B5-40A6-B3C4-591741F6FD80}" dt="2026-04-10T03:50:17.353" v="143" actId="478"/>
          <ac:spMkLst>
            <pc:docMk/>
            <pc:sldMk cId="3517948867" sldId="258"/>
            <ac:spMk id="7" creationId="{602221AD-A896-4856-BF1D-34B1B51057B7}"/>
          </ac:spMkLst>
        </pc:spChg>
        <pc:spChg chg="add del">
          <ac:chgData name="Jan Zika" userId="4bf9b42c52853174" providerId="LiveId" clId="{46F8914C-66B5-40A6-B3C4-591741F6FD80}" dt="2026-04-10T03:50:30.038" v="145" actId="26606"/>
          <ac:spMkLst>
            <pc:docMk/>
            <pc:sldMk cId="3517948867" sldId="258"/>
            <ac:spMk id="8" creationId="{C61657BD-3333-446A-A16A-CBDC77C8E559}"/>
          </ac:spMkLst>
        </pc:spChg>
        <pc:spChg chg="add del mod ord">
          <ac:chgData name="Jan Zika" userId="4bf9b42c52853174" providerId="LiveId" clId="{46F8914C-66B5-40A6-B3C4-591741F6FD80}" dt="2026-04-10T03:50:51.216" v="150" actId="700"/>
          <ac:spMkLst>
            <pc:docMk/>
            <pc:sldMk cId="3517948867" sldId="258"/>
            <ac:spMk id="9" creationId="{3D82A32C-4081-5C6E-2166-05DC25E871F4}"/>
          </ac:spMkLst>
        </pc:spChg>
        <pc:spChg chg="add del">
          <ac:chgData name="Jan Zika" userId="4bf9b42c52853174" providerId="LiveId" clId="{46F8914C-66B5-40A6-B3C4-591741F6FD80}" dt="2026-04-10T03:50:30.038" v="145" actId="26606"/>
          <ac:spMkLst>
            <pc:docMk/>
            <pc:sldMk cId="3517948867" sldId="258"/>
            <ac:spMk id="10" creationId="{52CAFF06-4D3A-42A5-8614-B1FA47EA0F6D}"/>
          </ac:spMkLst>
        </pc:spChg>
        <pc:spChg chg="add del mod ord">
          <ac:chgData name="Jan Zika" userId="4bf9b42c52853174" providerId="LiveId" clId="{46F8914C-66B5-40A6-B3C4-591741F6FD80}" dt="2026-04-10T03:50:51.216" v="150" actId="700"/>
          <ac:spMkLst>
            <pc:docMk/>
            <pc:sldMk cId="3517948867" sldId="258"/>
            <ac:spMk id="11" creationId="{45BFC93B-1200-9DD4-465F-6FC634341F24}"/>
          </ac:spMkLst>
        </pc:spChg>
        <pc:spChg chg="add del">
          <ac:chgData name="Jan Zika" userId="4bf9b42c52853174" providerId="LiveId" clId="{46F8914C-66B5-40A6-B3C4-591741F6FD80}" dt="2026-04-10T03:50:12.867" v="142" actId="26606"/>
          <ac:spMkLst>
            <pc:docMk/>
            <pc:sldMk cId="3517948867" sldId="258"/>
            <ac:spMk id="12" creationId="{3A8EC506-B1DA-46A1-B44D-774E68468E13}"/>
          </ac:spMkLst>
        </pc:spChg>
        <pc:spChg chg="add del">
          <ac:chgData name="Jan Zika" userId="4bf9b42c52853174" providerId="LiveId" clId="{46F8914C-66B5-40A6-B3C4-591741F6FD80}" dt="2026-04-10T03:50:35.230" v="147" actId="26606"/>
          <ac:spMkLst>
            <pc:docMk/>
            <pc:sldMk cId="3517948867" sldId="258"/>
            <ac:spMk id="13" creationId="{904C0BC6-B04D-4459-B721-9C030C392739}"/>
          </ac:spMkLst>
        </pc:spChg>
        <pc:spChg chg="add del">
          <ac:chgData name="Jan Zika" userId="4bf9b42c52853174" providerId="LiveId" clId="{46F8914C-66B5-40A6-B3C4-591741F6FD80}" dt="2026-04-10T03:50:12.867" v="142" actId="26606"/>
          <ac:spMkLst>
            <pc:docMk/>
            <pc:sldMk cId="3517948867" sldId="258"/>
            <ac:spMk id="14" creationId="{BFF30785-305E-45D7-984F-5AA93D3CA561}"/>
          </ac:spMkLst>
        </pc:spChg>
        <pc:spChg chg="add del">
          <ac:chgData name="Jan Zika" userId="4bf9b42c52853174" providerId="LiveId" clId="{46F8914C-66B5-40A6-B3C4-591741F6FD80}" dt="2026-04-10T03:50:35.230" v="147" actId="26606"/>
          <ac:spMkLst>
            <pc:docMk/>
            <pc:sldMk cId="3517948867" sldId="258"/>
            <ac:spMk id="15" creationId="{CB2F024E-D853-479C-B5A9-08293A2D7212}"/>
          </ac:spMkLst>
        </pc:spChg>
        <pc:spChg chg="add del">
          <ac:chgData name="Jan Zika" userId="4bf9b42c52853174" providerId="LiveId" clId="{46F8914C-66B5-40A6-B3C4-591741F6FD80}" dt="2026-04-10T03:52:13.023" v="153" actId="700"/>
          <ac:spMkLst>
            <pc:docMk/>
            <pc:sldMk cId="3517948867" sldId="258"/>
            <ac:spMk id="17" creationId="{C61657BD-3333-446A-A16A-CBDC77C8E559}"/>
          </ac:spMkLst>
        </pc:spChg>
        <pc:spChg chg="add del">
          <ac:chgData name="Jan Zika" userId="4bf9b42c52853174" providerId="LiveId" clId="{46F8914C-66B5-40A6-B3C4-591741F6FD80}" dt="2026-04-10T03:50:12.867" v="142" actId="26606"/>
          <ac:spMkLst>
            <pc:docMk/>
            <pc:sldMk cId="3517948867" sldId="258"/>
            <ac:spMk id="18" creationId="{C6D18C07-B1F9-42F0-8956-B88FC37A674C}"/>
          </ac:spMkLst>
        </pc:spChg>
        <pc:spChg chg="add del">
          <ac:chgData name="Jan Zika" userId="4bf9b42c52853174" providerId="LiveId" clId="{46F8914C-66B5-40A6-B3C4-591741F6FD80}" dt="2026-04-10T03:52:13.023" v="153" actId="700"/>
          <ac:spMkLst>
            <pc:docMk/>
            <pc:sldMk cId="3517948867" sldId="258"/>
            <ac:spMk id="19" creationId="{52CAFF06-4D3A-42A5-8614-B1FA47EA0F6D}"/>
          </ac:spMkLst>
        </pc:spChg>
        <pc:spChg chg="add mod">
          <ac:chgData name="Jan Zika" userId="4bf9b42c52853174" providerId="LiveId" clId="{46F8914C-66B5-40A6-B3C4-591741F6FD80}" dt="2026-04-10T03:57:18.829" v="186" actId="20577"/>
          <ac:spMkLst>
            <pc:docMk/>
            <pc:sldMk cId="3517948867" sldId="258"/>
            <ac:spMk id="20" creationId="{151656F4-1C8F-3F0E-F632-9BECCFF6DEB1}"/>
          </ac:spMkLst>
        </pc:spChg>
        <pc:picChg chg="add mod ord">
          <ac:chgData name="Jan Zika" userId="4bf9b42c52853174" providerId="LiveId" clId="{46F8914C-66B5-40A6-B3C4-591741F6FD80}" dt="2026-04-10T03:52:59.097" v="155" actId="1076"/>
          <ac:picMkLst>
            <pc:docMk/>
            <pc:sldMk cId="3517948867" sldId="258"/>
            <ac:picMk id="3" creationId="{CE0EC26A-F3D0-935F-EDBC-05BD038434B6}"/>
          </ac:picMkLst>
        </pc:picChg>
        <pc:cxnChg chg="add del">
          <ac:chgData name="Jan Zika" userId="4bf9b42c52853174" providerId="LiveId" clId="{46F8914C-66B5-40A6-B3C4-591741F6FD80}" dt="2026-04-10T03:50:12.867" v="142" actId="26606"/>
          <ac:cxnSpMkLst>
            <pc:docMk/>
            <pc:sldMk cId="3517948867" sldId="258"/>
            <ac:cxnSpMk id="16" creationId="{15E01FA5-D766-43CA-A83D-E7CF3F04E96F}"/>
          </ac:cxnSpMkLst>
        </pc:cxnChg>
      </pc:sldChg>
      <pc:sldChg chg="modSp">
        <pc:chgData name="Jan Zika" userId="4bf9b42c52853174" providerId="LiveId" clId="{46F8914C-66B5-40A6-B3C4-591741F6FD80}" dt="2026-04-10T02:34:13.334" v="64"/>
        <pc:sldMkLst>
          <pc:docMk/>
          <pc:sldMk cId="2635400145" sldId="259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2635400145" sldId="259"/>
            <ac:spMk id="3" creationId="{64B84D43-880C-7775-EAB1-2F276321FDA8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2635400145" sldId="259"/>
            <ac:spMk id="4" creationId="{B5F2A7EC-EE4D-EF78-1037-38E91823CC95}"/>
          </ac:spMkLst>
        </pc:spChg>
      </pc:sldChg>
      <pc:sldChg chg="modSp mod">
        <pc:chgData name="Jan Zika" userId="4bf9b42c52853174" providerId="LiveId" clId="{46F8914C-66B5-40A6-B3C4-591741F6FD80}" dt="2026-04-10T02:34:37.683" v="69" actId="20577"/>
        <pc:sldMkLst>
          <pc:docMk/>
          <pc:sldMk cId="1094190350" sldId="260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1094190350" sldId="260"/>
            <ac:spMk id="7" creationId="{0A6D65D7-B5F5-FCB8-B0B8-F168E34AB2D3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1094190350" sldId="260"/>
            <ac:spMk id="8" creationId="{758807B4-729E-EBE5-8DE0-010A00FC1BA5}"/>
          </ac:spMkLst>
        </pc:spChg>
        <pc:spChg chg="mod">
          <ac:chgData name="Jan Zika" userId="4bf9b42c52853174" providerId="LiveId" clId="{46F8914C-66B5-40A6-B3C4-591741F6FD80}" dt="2026-04-10T02:34:37.683" v="69" actId="20577"/>
          <ac:spMkLst>
            <pc:docMk/>
            <pc:sldMk cId="1094190350" sldId="260"/>
            <ac:spMk id="9" creationId="{8C3FC8C0-C45C-7C45-0ECD-71350C396286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1094190350" sldId="260"/>
            <ac:spMk id="10" creationId="{E88F7E96-7FEC-1CBA-B922-1799F1C24513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1094190350" sldId="260"/>
            <ac:spMk id="11" creationId="{883DF136-3D88-B9A9-D241-011616964AF1}"/>
          </ac:spMkLst>
        </pc:spChg>
      </pc:sldChg>
      <pc:sldChg chg="modSp mod">
        <pc:chgData name="Jan Zika" userId="4bf9b42c52853174" providerId="LiveId" clId="{46F8914C-66B5-40A6-B3C4-591741F6FD80}" dt="2026-04-10T02:36:18.854" v="84" actId="20577"/>
        <pc:sldMkLst>
          <pc:docMk/>
          <pc:sldMk cId="2232768599" sldId="261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2232768599" sldId="261"/>
            <ac:spMk id="2" creationId="{6082E932-D46F-17DC-53ED-3EB96A5C18D5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2232768599" sldId="261"/>
            <ac:spMk id="3" creationId="{5780D444-4BE3-B609-F7FE-149BE258C5F5}"/>
          </ac:spMkLst>
        </pc:spChg>
        <pc:spChg chg="mod">
          <ac:chgData name="Jan Zika" userId="4bf9b42c52853174" providerId="LiveId" clId="{46F8914C-66B5-40A6-B3C4-591741F6FD80}" dt="2026-04-10T02:35:38.294" v="77" actId="20577"/>
          <ac:spMkLst>
            <pc:docMk/>
            <pc:sldMk cId="2232768599" sldId="261"/>
            <ac:spMk id="4" creationId="{66A424AD-D3DA-8F50-7A94-780BBAD99CA7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2232768599" sldId="261"/>
            <ac:spMk id="5" creationId="{3A56FE17-6551-BC43-8051-A9768FD2BEF9}"/>
          </ac:spMkLst>
        </pc:spChg>
        <pc:spChg chg="mod">
          <ac:chgData name="Jan Zika" userId="4bf9b42c52853174" providerId="LiveId" clId="{46F8914C-66B5-40A6-B3C4-591741F6FD80}" dt="2026-04-10T02:36:18.854" v="84" actId="20577"/>
          <ac:spMkLst>
            <pc:docMk/>
            <pc:sldMk cId="2232768599" sldId="261"/>
            <ac:spMk id="6" creationId="{6E53D4E1-B327-658E-E128-6C1D5838E760}"/>
          </ac:spMkLst>
        </pc:spChg>
      </pc:sldChg>
      <pc:sldChg chg="modSp">
        <pc:chgData name="Jan Zika" userId="4bf9b42c52853174" providerId="LiveId" clId="{46F8914C-66B5-40A6-B3C4-591741F6FD80}" dt="2026-04-10T02:34:13.334" v="64"/>
        <pc:sldMkLst>
          <pc:docMk/>
          <pc:sldMk cId="296423964" sldId="262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296423964" sldId="262"/>
            <ac:spMk id="2" creationId="{A7D68A88-CD02-E230-F679-81946D1CFA58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296423964" sldId="262"/>
            <ac:spMk id="3" creationId="{3B5E2797-167C-8E8B-B485-E71790C6E69C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296423964" sldId="262"/>
            <ac:spMk id="4" creationId="{E72F4CE0-5F18-E6DB-A60B-95D50722AD46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296423964" sldId="262"/>
            <ac:spMk id="5" creationId="{5F0F5418-56A8-AEE0-C231-11278121AA9D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296423964" sldId="262"/>
            <ac:spMk id="6" creationId="{2EF9F847-1D46-C17E-05CA-C013095844DE}"/>
          </ac:spMkLst>
        </pc:spChg>
      </pc:sldChg>
      <pc:sldChg chg="modSp">
        <pc:chgData name="Jan Zika" userId="4bf9b42c52853174" providerId="LiveId" clId="{46F8914C-66B5-40A6-B3C4-591741F6FD80}" dt="2026-04-10T02:34:13.334" v="64"/>
        <pc:sldMkLst>
          <pc:docMk/>
          <pc:sldMk cId="3907987761" sldId="263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3907987761" sldId="263"/>
            <ac:spMk id="2" creationId="{F9406560-2801-DF72-748D-88EA669A4A43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3907987761" sldId="263"/>
            <ac:spMk id="3" creationId="{BF3F6C46-87BA-B4DA-4388-4B98932BFA35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3907987761" sldId="263"/>
            <ac:spMk id="4" creationId="{3A9AED6A-86DC-694C-C636-2D6D387EEB7D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3907987761" sldId="263"/>
            <ac:spMk id="5" creationId="{5AFE4C2F-7FAD-2628-CE31-14ADE076AB8B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3907987761" sldId="263"/>
            <ac:spMk id="6" creationId="{86BFE0CA-2E02-792F-8BE4-233204DDE9A5}"/>
          </ac:spMkLst>
        </pc:spChg>
      </pc:sldChg>
      <pc:sldChg chg="modSp">
        <pc:chgData name="Jan Zika" userId="4bf9b42c52853174" providerId="LiveId" clId="{46F8914C-66B5-40A6-B3C4-591741F6FD80}" dt="2026-04-10T02:34:13.334" v="64"/>
        <pc:sldMkLst>
          <pc:docMk/>
          <pc:sldMk cId="2306582258" sldId="264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2306582258" sldId="264"/>
            <ac:spMk id="7" creationId="{5BD0FE1D-EE1D-CBA0-440A-FC5AF9D86BAB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2306582258" sldId="264"/>
            <ac:spMk id="8" creationId="{B732DF04-1DE9-5BF9-6277-EF7309B44354}"/>
          </ac:spMkLst>
        </pc:spChg>
      </pc:sldChg>
      <pc:sldChg chg="modSp">
        <pc:chgData name="Jan Zika" userId="4bf9b42c52853174" providerId="LiveId" clId="{46F8914C-66B5-40A6-B3C4-591741F6FD80}" dt="2026-04-10T02:34:13.334" v="64"/>
        <pc:sldMkLst>
          <pc:docMk/>
          <pc:sldMk cId="1730064579" sldId="265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1730064579" sldId="265"/>
            <ac:spMk id="7" creationId="{E74A22A0-0AF8-E9C0-F208-9F50FC4247FA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1730064579" sldId="265"/>
            <ac:spMk id="8" creationId="{509EF12B-DA68-D5D5-9C8A-7E7831979293}"/>
          </ac:spMkLst>
        </pc:spChg>
      </pc:sldChg>
      <pc:sldChg chg="modSp">
        <pc:chgData name="Jan Zika" userId="4bf9b42c52853174" providerId="LiveId" clId="{46F8914C-66B5-40A6-B3C4-591741F6FD80}" dt="2026-04-10T02:34:13.334" v="64"/>
        <pc:sldMkLst>
          <pc:docMk/>
          <pc:sldMk cId="3031109688" sldId="266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3031109688" sldId="266"/>
            <ac:spMk id="2" creationId="{DEB3BF00-1200-5270-AFAE-E18BC2224BDD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3031109688" sldId="266"/>
            <ac:spMk id="3" creationId="{A316A906-C107-5E79-375D-60A95F89C0E0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3031109688" sldId="266"/>
            <ac:spMk id="4" creationId="{0EE9E5AC-5528-DF1A-F54C-229D7FC4FA72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3031109688" sldId="266"/>
            <ac:spMk id="5" creationId="{9A09FA61-C792-E35D-F69C-7B50C4B74D29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3031109688" sldId="266"/>
            <ac:spMk id="6" creationId="{4142DFD2-B86D-13F1-78B2-C70BD72182A8}"/>
          </ac:spMkLst>
        </pc:spChg>
      </pc:sldChg>
      <pc:sldChg chg="modSp mod modClrScheme chgLayout">
        <pc:chgData name="Jan Zika" userId="4bf9b42c52853174" providerId="LiveId" clId="{46F8914C-66B5-40A6-B3C4-591741F6FD80}" dt="2026-04-10T04:18:25.210" v="293" actId="700"/>
        <pc:sldMkLst>
          <pc:docMk/>
          <pc:sldMk cId="915169219" sldId="267"/>
        </pc:sldMkLst>
        <pc:spChg chg="mod ord">
          <ac:chgData name="Jan Zika" userId="4bf9b42c52853174" providerId="LiveId" clId="{46F8914C-66B5-40A6-B3C4-591741F6FD80}" dt="2026-04-10T04:18:25.210" v="293" actId="700"/>
          <ac:spMkLst>
            <pc:docMk/>
            <pc:sldMk cId="915169219" sldId="267"/>
            <ac:spMk id="2" creationId="{F21B4EDA-C1EA-695C-FFD0-C25A07CE61CB}"/>
          </ac:spMkLst>
        </pc:spChg>
        <pc:spChg chg="mod ord">
          <ac:chgData name="Jan Zika" userId="4bf9b42c52853174" providerId="LiveId" clId="{46F8914C-66B5-40A6-B3C4-591741F6FD80}" dt="2026-04-10T04:18:25.210" v="293" actId="700"/>
          <ac:spMkLst>
            <pc:docMk/>
            <pc:sldMk cId="915169219" sldId="267"/>
            <ac:spMk id="3" creationId="{E325C0FD-FFEE-F9D5-0E03-4CCDA55A2F1A}"/>
          </ac:spMkLst>
        </pc:spChg>
        <pc:spChg chg="mod ord">
          <ac:chgData name="Jan Zika" userId="4bf9b42c52853174" providerId="LiveId" clId="{46F8914C-66B5-40A6-B3C4-591741F6FD80}" dt="2026-04-10T04:18:25.210" v="293" actId="700"/>
          <ac:spMkLst>
            <pc:docMk/>
            <pc:sldMk cId="915169219" sldId="267"/>
            <ac:spMk id="4" creationId="{81D50559-27E9-F6F1-022B-CAFC3870B0D9}"/>
          </ac:spMkLst>
        </pc:spChg>
        <pc:spChg chg="mod ord">
          <ac:chgData name="Jan Zika" userId="4bf9b42c52853174" providerId="LiveId" clId="{46F8914C-66B5-40A6-B3C4-591741F6FD80}" dt="2026-04-10T04:18:25.210" v="293" actId="700"/>
          <ac:spMkLst>
            <pc:docMk/>
            <pc:sldMk cId="915169219" sldId="267"/>
            <ac:spMk id="5" creationId="{332385AA-8E43-D8B9-3D6D-85D1BB2CC62F}"/>
          </ac:spMkLst>
        </pc:spChg>
        <pc:spChg chg="mod ord">
          <ac:chgData name="Jan Zika" userId="4bf9b42c52853174" providerId="LiveId" clId="{46F8914C-66B5-40A6-B3C4-591741F6FD80}" dt="2026-04-10T04:18:25.210" v="293" actId="700"/>
          <ac:spMkLst>
            <pc:docMk/>
            <pc:sldMk cId="915169219" sldId="267"/>
            <ac:spMk id="6" creationId="{73BC68AF-D665-9D20-C827-0E822F0B32FF}"/>
          </ac:spMkLst>
        </pc:spChg>
      </pc:sldChg>
      <pc:sldChg chg="modSp mod">
        <pc:chgData name="Jan Zika" userId="4bf9b42c52853174" providerId="LiveId" clId="{46F8914C-66B5-40A6-B3C4-591741F6FD80}" dt="2026-04-10T05:15:00.137" v="824" actId="27636"/>
        <pc:sldMkLst>
          <pc:docMk/>
          <pc:sldMk cId="3371065868" sldId="268"/>
        </pc:sldMkLst>
        <pc:spChg chg="mod">
          <ac:chgData name="Jan Zika" userId="4bf9b42c52853174" providerId="LiveId" clId="{46F8914C-66B5-40A6-B3C4-591741F6FD80}" dt="2026-04-10T05:13:43.247" v="799" actId="14100"/>
          <ac:spMkLst>
            <pc:docMk/>
            <pc:sldMk cId="3371065868" sldId="268"/>
            <ac:spMk id="7" creationId="{57D3EDD5-86F6-AC9C-E789-B8C864A9638B}"/>
          </ac:spMkLst>
        </pc:spChg>
        <pc:spChg chg="mod">
          <ac:chgData name="Jan Zika" userId="4bf9b42c52853174" providerId="LiveId" clId="{46F8914C-66B5-40A6-B3C4-591741F6FD80}" dt="2026-04-10T05:15:00.137" v="824" actId="27636"/>
          <ac:spMkLst>
            <pc:docMk/>
            <pc:sldMk cId="3371065868" sldId="268"/>
            <ac:spMk id="8" creationId="{6465E050-903F-A375-4DE4-3DA8DB8FB511}"/>
          </ac:spMkLst>
        </pc:spChg>
      </pc:sldChg>
      <pc:sldChg chg="modSp">
        <pc:chgData name="Jan Zika" userId="4bf9b42c52853174" providerId="LiveId" clId="{46F8914C-66B5-40A6-B3C4-591741F6FD80}" dt="2026-04-10T02:34:13.334" v="64"/>
        <pc:sldMkLst>
          <pc:docMk/>
          <pc:sldMk cId="3228971427" sldId="269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3228971427" sldId="269"/>
            <ac:spMk id="4" creationId="{974E829A-0EC9-10B0-FA03-6FA5D809EC6C}"/>
          </ac:spMkLst>
        </pc:spChg>
      </pc:sldChg>
      <pc:sldChg chg="modSp">
        <pc:chgData name="Jan Zika" userId="4bf9b42c52853174" providerId="LiveId" clId="{46F8914C-66B5-40A6-B3C4-591741F6FD80}" dt="2026-04-10T02:34:13.334" v="64"/>
        <pc:sldMkLst>
          <pc:docMk/>
          <pc:sldMk cId="1211680046" sldId="270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1211680046" sldId="270"/>
            <ac:spMk id="2" creationId="{28A8A83B-522F-F02C-EC7E-24EE632BD737}"/>
          </ac:spMkLst>
        </pc:spChg>
      </pc:sldChg>
      <pc:sldChg chg="modSp">
        <pc:chgData name="Jan Zika" userId="4bf9b42c52853174" providerId="LiveId" clId="{46F8914C-66B5-40A6-B3C4-591741F6FD80}" dt="2026-04-10T02:34:13.334" v="64"/>
        <pc:sldMkLst>
          <pc:docMk/>
          <pc:sldMk cId="2094397836" sldId="271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2094397836" sldId="271"/>
            <ac:spMk id="2" creationId="{C7C7E857-A13C-FD8A-0A01-C6E88D2B3E4D}"/>
          </ac:spMkLst>
        </pc:spChg>
      </pc:sldChg>
      <pc:sldChg chg="modSp">
        <pc:chgData name="Jan Zika" userId="4bf9b42c52853174" providerId="LiveId" clId="{46F8914C-66B5-40A6-B3C4-591741F6FD80}" dt="2026-04-10T02:34:13.334" v="64"/>
        <pc:sldMkLst>
          <pc:docMk/>
          <pc:sldMk cId="258549684" sldId="272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258549684" sldId="272"/>
            <ac:spMk id="2" creationId="{E59CF250-143D-5BE4-40F4-02D2CB3F7DF9}"/>
          </ac:spMkLst>
        </pc:spChg>
      </pc:sldChg>
      <pc:sldChg chg="modSp mod">
        <pc:chgData name="Jan Zika" userId="4bf9b42c52853174" providerId="LiveId" clId="{46F8914C-66B5-40A6-B3C4-591741F6FD80}" dt="2026-04-10T05:10:54.172" v="781" actId="20577"/>
        <pc:sldMkLst>
          <pc:docMk/>
          <pc:sldMk cId="2709810271" sldId="273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2709810271" sldId="273"/>
            <ac:spMk id="3" creationId="{32880FEB-BE65-21ED-4792-B04C7B6D5578}"/>
          </ac:spMkLst>
        </pc:spChg>
        <pc:spChg chg="mod">
          <ac:chgData name="Jan Zika" userId="4bf9b42c52853174" providerId="LiveId" clId="{46F8914C-66B5-40A6-B3C4-591741F6FD80}" dt="2026-04-10T05:10:54.172" v="781" actId="20577"/>
          <ac:spMkLst>
            <pc:docMk/>
            <pc:sldMk cId="2709810271" sldId="273"/>
            <ac:spMk id="4" creationId="{A742890E-BD76-D024-7C7E-B366CAE968C1}"/>
          </ac:spMkLst>
        </pc:spChg>
      </pc:sldChg>
      <pc:sldChg chg="modSp">
        <pc:chgData name="Jan Zika" userId="4bf9b42c52853174" providerId="LiveId" clId="{46F8914C-66B5-40A6-B3C4-591741F6FD80}" dt="2026-04-10T02:34:13.334" v="64"/>
        <pc:sldMkLst>
          <pc:docMk/>
          <pc:sldMk cId="3665320167" sldId="274"/>
        </pc:sldMkLst>
        <pc:spChg chg="mod">
          <ac:chgData name="Jan Zika" userId="4bf9b42c52853174" providerId="LiveId" clId="{46F8914C-66B5-40A6-B3C4-591741F6FD80}" dt="2026-04-10T02:34:13.334" v="64"/>
          <ac:spMkLst>
            <pc:docMk/>
            <pc:sldMk cId="3665320167" sldId="274"/>
            <ac:spMk id="2" creationId="{EB1651C2-62F0-FE7B-AE38-04A33B9D81AB}"/>
          </ac:spMkLst>
        </pc:spChg>
        <pc:spChg chg="mod">
          <ac:chgData name="Jan Zika" userId="4bf9b42c52853174" providerId="LiveId" clId="{46F8914C-66B5-40A6-B3C4-591741F6FD80}" dt="2026-04-10T02:34:13.334" v="64"/>
          <ac:spMkLst>
            <pc:docMk/>
            <pc:sldMk cId="3665320167" sldId="274"/>
            <ac:spMk id="4" creationId="{ECDEFD25-0CC8-1D64-F10B-29AB5EF1C9EE}"/>
          </ac:spMkLst>
        </pc:spChg>
      </pc:sldChg>
      <pc:sldChg chg="modSp add mod ord">
        <pc:chgData name="Jan Zika" userId="4bf9b42c52853174" providerId="LiveId" clId="{46F8914C-66B5-40A6-B3C4-591741F6FD80}" dt="2026-04-10T04:17:56.551" v="291"/>
        <pc:sldMkLst>
          <pc:docMk/>
          <pc:sldMk cId="3389112081" sldId="275"/>
        </pc:sldMkLst>
        <pc:spChg chg="mod">
          <ac:chgData name="Jan Zika" userId="4bf9b42c52853174" providerId="LiveId" clId="{46F8914C-66B5-40A6-B3C4-591741F6FD80}" dt="2026-04-10T04:16:09.614" v="229" actId="20577"/>
          <ac:spMkLst>
            <pc:docMk/>
            <pc:sldMk cId="3389112081" sldId="275"/>
            <ac:spMk id="3" creationId="{0B53A1A9-7387-5881-0778-6DA5664FE725}"/>
          </ac:spMkLst>
        </pc:spChg>
        <pc:spChg chg="mod">
          <ac:chgData name="Jan Zika" userId="4bf9b42c52853174" providerId="LiveId" clId="{46F8914C-66B5-40A6-B3C4-591741F6FD80}" dt="2026-04-10T04:17:33.743" v="289" actId="20577"/>
          <ac:spMkLst>
            <pc:docMk/>
            <pc:sldMk cId="3389112081" sldId="275"/>
            <ac:spMk id="4" creationId="{9431A33B-773B-E7D4-BA25-45D0180E31F9}"/>
          </ac:spMkLst>
        </pc:spChg>
      </pc:sldChg>
      <pc:sldChg chg="addSp delSp modSp new mod modClrScheme chgLayout">
        <pc:chgData name="Jan Zika" userId="4bf9b42c52853174" providerId="LiveId" clId="{46F8914C-66B5-40A6-B3C4-591741F6FD80}" dt="2026-04-10T05:09:39.027" v="776" actId="1076"/>
        <pc:sldMkLst>
          <pc:docMk/>
          <pc:sldMk cId="548087130" sldId="276"/>
        </pc:sldMkLst>
        <pc:spChg chg="del mod ord">
          <ac:chgData name="Jan Zika" userId="4bf9b42c52853174" providerId="LiveId" clId="{46F8914C-66B5-40A6-B3C4-591741F6FD80}" dt="2026-04-10T04:18:49.333" v="295" actId="700"/>
          <ac:spMkLst>
            <pc:docMk/>
            <pc:sldMk cId="548087130" sldId="276"/>
            <ac:spMk id="2" creationId="{365F9687-0DCE-DA2E-0F66-5458F215B6B5}"/>
          </ac:spMkLst>
        </pc:spChg>
        <pc:spChg chg="del mod ord">
          <ac:chgData name="Jan Zika" userId="4bf9b42c52853174" providerId="LiveId" clId="{46F8914C-66B5-40A6-B3C4-591741F6FD80}" dt="2026-04-10T04:18:49.333" v="295" actId="700"/>
          <ac:spMkLst>
            <pc:docMk/>
            <pc:sldMk cId="548087130" sldId="276"/>
            <ac:spMk id="3" creationId="{61AA3141-EB8D-214B-08A3-7E766E40F039}"/>
          </ac:spMkLst>
        </pc:spChg>
        <pc:spChg chg="add mod ord">
          <ac:chgData name="Jan Zika" userId="4bf9b42c52853174" providerId="LiveId" clId="{46F8914C-66B5-40A6-B3C4-591741F6FD80}" dt="2026-04-10T04:36:52.692" v="357" actId="700"/>
          <ac:spMkLst>
            <pc:docMk/>
            <pc:sldMk cId="548087130" sldId="276"/>
            <ac:spMk id="4" creationId="{89F10180-2EC4-B2DC-F3C4-0427C506362D}"/>
          </ac:spMkLst>
        </pc:spChg>
        <pc:spChg chg="add del mod ord">
          <ac:chgData name="Jan Zika" userId="4bf9b42c52853174" providerId="LiveId" clId="{46F8914C-66B5-40A6-B3C4-591741F6FD80}" dt="2026-04-10T04:47:01.070" v="468" actId="3680"/>
          <ac:spMkLst>
            <pc:docMk/>
            <pc:sldMk cId="548087130" sldId="276"/>
            <ac:spMk id="5" creationId="{B55F36CB-5A1F-8F25-A219-6EB3E042A158}"/>
          </ac:spMkLst>
        </pc:spChg>
        <pc:spChg chg="add mod ord">
          <ac:chgData name="Jan Zika" userId="4bf9b42c52853174" providerId="LiveId" clId="{46F8914C-66B5-40A6-B3C4-591741F6FD80}" dt="2026-04-10T05:09:39.027" v="776" actId="1076"/>
          <ac:spMkLst>
            <pc:docMk/>
            <pc:sldMk cId="548087130" sldId="276"/>
            <ac:spMk id="6" creationId="{EF938AF4-F309-C5C4-0432-B8956E5C9ED9}"/>
          </ac:spMkLst>
        </pc:spChg>
        <pc:graphicFrameChg chg="add mod ord modGraphic">
          <ac:chgData name="Jan Zika" userId="4bf9b42c52853174" providerId="LiveId" clId="{46F8914C-66B5-40A6-B3C4-591741F6FD80}" dt="2026-04-10T05:09:00.587" v="774" actId="1076"/>
          <ac:graphicFrameMkLst>
            <pc:docMk/>
            <pc:sldMk cId="548087130" sldId="276"/>
            <ac:graphicFrameMk id="7" creationId="{3FEAFD7E-7479-AB71-8199-6899553B2D42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 million)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garden_tools</c:v>
                </c:pt>
                <c:pt idx="1">
                  <c:v>auto</c:v>
                </c:pt>
                <c:pt idx="2">
                  <c:v>cool_stuff</c:v>
                </c:pt>
                <c:pt idx="3">
                  <c:v>housewares</c:v>
                </c:pt>
                <c:pt idx="4">
                  <c:v>furniture_decor</c:v>
                </c:pt>
                <c:pt idx="5">
                  <c:v>computers_accessories</c:v>
                </c:pt>
                <c:pt idx="6">
                  <c:v>sports_leisure</c:v>
                </c:pt>
                <c:pt idx="7">
                  <c:v>bed_bath_table</c:v>
                </c:pt>
                <c:pt idx="8">
                  <c:v>watches_gifts</c:v>
                </c:pt>
                <c:pt idx="9">
                  <c:v>health_beauty</c:v>
                </c:pt>
              </c:strCache>
            </c:strRef>
          </c:cat>
          <c:val>
            <c:numRef>
              <c:f>Sheet1!$B$2:$B$11</c:f>
              <c:numCache>
                <c:formatCode>#,##0.0</c:formatCode>
                <c:ptCount val="10"/>
                <c:pt idx="0">
                  <c:v>0.58421920999999999</c:v>
                </c:pt>
                <c:pt idx="1">
                  <c:v>0.68538431999999994</c:v>
                </c:pt>
                <c:pt idx="2">
                  <c:v>0.71932995</c:v>
                </c:pt>
                <c:pt idx="3">
                  <c:v>0.77839776999999999</c:v>
                </c:pt>
                <c:pt idx="4">
                  <c:v>0.90251179000000004</c:v>
                </c:pt>
                <c:pt idx="5">
                  <c:v>1.0592724</c:v>
                </c:pt>
                <c:pt idx="6">
                  <c:v>1.1566564799999999</c:v>
                </c:pt>
                <c:pt idx="7">
                  <c:v>1.2416817199999999</c:v>
                </c:pt>
                <c:pt idx="8">
                  <c:v>1.3055416100000001</c:v>
                </c:pt>
                <c:pt idx="9">
                  <c:v>1.4412480700000001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CC-4C8F-9E73-961FD4132C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378809056"/>
        <c:axId val="1378799936"/>
      </c:barChart>
      <c:catAx>
        <c:axId val="13788090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8799936"/>
        <c:crosses val="autoZero"/>
        <c:auto val="1"/>
        <c:lblAlgn val="ctr"/>
        <c:lblOffset val="100"/>
        <c:noMultiLvlLbl val="0"/>
      </c:catAx>
      <c:valAx>
        <c:axId val="1378799936"/>
        <c:scaling>
          <c:orientation val="minMax"/>
          <c:max val="1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8809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2374077-9B34-4FA8-8422-634E903F67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F4EA-C8D9-4E60-A3B1-550926E06F6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663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4077-9B34-4FA8-8422-634E903F67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F4EA-C8D9-4E60-A3B1-550926E0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3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4077-9B34-4FA8-8422-634E903F67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F4EA-C8D9-4E60-A3B1-550926E06F6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50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4077-9B34-4FA8-8422-634E903F67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F4EA-C8D9-4E60-A3B1-550926E0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5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4077-9B34-4FA8-8422-634E903F67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F4EA-C8D9-4E60-A3B1-550926E0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2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4077-9B34-4FA8-8422-634E903F67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F4EA-C8D9-4E60-A3B1-550926E0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3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4077-9B34-4FA8-8422-634E903F67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F4EA-C8D9-4E60-A3B1-550926E0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94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4077-9B34-4FA8-8422-634E903F67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F4EA-C8D9-4E60-A3B1-550926E0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4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4077-9B34-4FA8-8422-634E903F67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F4EA-C8D9-4E60-A3B1-550926E06F6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70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4077-9B34-4FA8-8422-634E903F67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F4EA-C8D9-4E60-A3B1-550926E06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1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4077-9B34-4FA8-8422-634E903F67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F4EA-C8D9-4E60-A3B1-550926E06F6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60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2374077-9B34-4FA8-8422-634E903F67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015F4EA-C8D9-4E60-A3B1-550926E06F6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171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94A9-7D4E-08E8-2BC4-2E577C0376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Olist</a:t>
            </a:r>
            <a:r>
              <a:rPr lang="en-US" dirty="0"/>
              <a:t> E-Commerce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B991C-977C-E566-2E84-577DEEE76A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Azure SQL + T-SQL Database Analysis</a:t>
            </a:r>
          </a:p>
          <a:p>
            <a:r>
              <a:rPr lang="en-US" dirty="0"/>
              <a:t>Michael Amaya | Vanessa Quiroz | Jan Zika</a:t>
            </a:r>
          </a:p>
        </p:txBody>
      </p:sp>
    </p:spTree>
    <p:extLst>
      <p:ext uri="{BB962C8B-B14F-4D97-AF65-F5344CB8AC3E}">
        <p14:creationId xmlns:p14="http://schemas.microsoft.com/office/powerpoint/2010/main" val="764150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BD08D1-A20C-8824-49BF-4AD31207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69FF13-3531-629D-F396-B0DEF3786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CF210F-1633-099E-EDC2-40945E14CC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Brazilian e-commerce marketplace</a:t>
            </a:r>
            <a:r>
              <a:rPr lang="en-US" dirty="0"/>
              <a:t>, data collected January 2017 – August 2018</a:t>
            </a:r>
          </a:p>
          <a:p>
            <a:r>
              <a:rPr lang="en-US" dirty="0"/>
              <a:t>11 tables | ~1.56 million rows</a:t>
            </a:r>
          </a:p>
          <a:p>
            <a:r>
              <a:rPr lang="en-US" dirty="0"/>
              <a:t>Orders, customers, sellers, products, payments, reviews, marketing leads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1E1A53-C0C9-652E-D895-46D5E3F72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10212-EDE2-D982-0ED2-33A80E8515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Analyze </a:t>
            </a:r>
            <a:r>
              <a:rPr lang="en-US" b="1" dirty="0"/>
              <a:t>sales performance and customer behavior</a:t>
            </a:r>
            <a:r>
              <a:rPr lang="en-US" dirty="0"/>
              <a:t> in a large e‑commerce marketplace</a:t>
            </a:r>
          </a:p>
          <a:p>
            <a:r>
              <a:rPr lang="en-US" dirty="0"/>
              <a:t>Jan: Sales &amp; Revenue (Q01–Q04)</a:t>
            </a:r>
          </a:p>
          <a:p>
            <a:r>
              <a:rPr lang="en-US" dirty="0"/>
              <a:t>Michael: Customer &amp; Delivery Behavior (Q05–Q08)</a:t>
            </a:r>
          </a:p>
          <a:p>
            <a:r>
              <a:rPr lang="en-US" dirty="0"/>
              <a:t>Vanessa: Seller &amp; Product Performance (Q09–Q12)</a:t>
            </a:r>
          </a:p>
        </p:txBody>
      </p:sp>
    </p:spTree>
    <p:extLst>
      <p:ext uri="{BB962C8B-B14F-4D97-AF65-F5344CB8AC3E}">
        <p14:creationId xmlns:p14="http://schemas.microsoft.com/office/powerpoint/2010/main" val="486327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8AC0-62E9-57DD-DC84-99F7E9D64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Pipeline: SQLite → SQL Server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CA810-54C5-D62B-F075-194CB2D39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Source: single-file </a:t>
            </a:r>
            <a:r>
              <a:rPr lang="en-US" b="1" dirty="0"/>
              <a:t>SQLite</a:t>
            </a:r>
            <a:r>
              <a:rPr lang="en-US" dirty="0"/>
              <a:t> database (110 MB)</a:t>
            </a:r>
          </a:p>
          <a:p>
            <a:r>
              <a:rPr lang="en-US" b="1" dirty="0"/>
              <a:t>Python script:</a:t>
            </a:r>
          </a:p>
          <a:p>
            <a:pPr lvl="1"/>
            <a:r>
              <a:rPr lang="cs-CZ" dirty="0"/>
              <a:t>P</a:t>
            </a:r>
            <a:r>
              <a:rPr lang="en-US" dirty="0" err="1"/>
              <a:t>arsed</a:t>
            </a:r>
            <a:r>
              <a:rPr lang="en-US" dirty="0"/>
              <a:t> the SQLite data</a:t>
            </a:r>
          </a:p>
          <a:p>
            <a:pPr lvl="1"/>
            <a:r>
              <a:rPr lang="cs-CZ" dirty="0"/>
              <a:t>G</a:t>
            </a:r>
            <a:r>
              <a:rPr lang="en-US" dirty="0" err="1"/>
              <a:t>enerated</a:t>
            </a:r>
            <a:r>
              <a:rPr lang="en-US" dirty="0"/>
              <a:t> SQL Server-compatible INSERT scripts for each entity</a:t>
            </a:r>
          </a:p>
          <a:p>
            <a:pPr lvl="1"/>
            <a:r>
              <a:rPr lang="cs-CZ" dirty="0"/>
              <a:t>H</a:t>
            </a:r>
            <a:r>
              <a:rPr lang="en-US" dirty="0" err="1"/>
              <a:t>andled</a:t>
            </a:r>
            <a:r>
              <a:rPr lang="en-US" dirty="0"/>
              <a:t> </a:t>
            </a:r>
            <a:r>
              <a:rPr lang="en-US" b="1" dirty="0"/>
              <a:t>type conversion</a:t>
            </a:r>
            <a:r>
              <a:rPr lang="en-US" dirty="0"/>
              <a:t>, scientific notation, FK ordering, and </a:t>
            </a:r>
            <a:r>
              <a:rPr lang="en-US" b="1" dirty="0"/>
              <a:t>data validation</a:t>
            </a:r>
          </a:p>
          <a:p>
            <a:r>
              <a:rPr lang="en-US" dirty="0"/>
              <a:t>Scripts executed in SQL Server Management Studio to create and populate the database on </a:t>
            </a:r>
            <a:r>
              <a:rPr lang="en-US" b="1" dirty="0"/>
              <a:t>local SQL Server</a:t>
            </a:r>
          </a:p>
          <a:p>
            <a:r>
              <a:rPr lang="en-US" dirty="0"/>
              <a:t>Database exported as a </a:t>
            </a:r>
            <a:r>
              <a:rPr lang="en-US" b="1" dirty="0"/>
              <a:t>.</a:t>
            </a:r>
            <a:r>
              <a:rPr lang="en-US" b="1" dirty="0" err="1"/>
              <a:t>bacpac</a:t>
            </a:r>
            <a:r>
              <a:rPr lang="en-US" dirty="0"/>
              <a:t> file and uploaded to </a:t>
            </a:r>
            <a:r>
              <a:rPr lang="en-US" b="1" dirty="0"/>
              <a:t>Azure SQL</a:t>
            </a:r>
            <a:r>
              <a:rPr lang="en-US" dirty="0"/>
              <a:t> for team access</a:t>
            </a:r>
          </a:p>
          <a:p>
            <a:r>
              <a:rPr lang="en-US" dirty="0"/>
              <a:t>SQL Server database schema </a:t>
            </a:r>
            <a:r>
              <a:rPr lang="cs-CZ" b="1" dirty="0" err="1"/>
              <a:t>verified</a:t>
            </a:r>
            <a:r>
              <a:rPr lang="en-US" dirty="0"/>
              <a:t> via an SQL script</a:t>
            </a:r>
            <a:endParaRPr lang="cs-CZ" dirty="0"/>
          </a:p>
          <a:p>
            <a:pPr lvl="1"/>
            <a:r>
              <a:rPr lang="cs-CZ" dirty="0" err="1"/>
              <a:t>Verified</a:t>
            </a:r>
            <a:r>
              <a:rPr lang="cs-CZ" dirty="0"/>
              <a:t> data profile and </a:t>
            </a:r>
            <a:r>
              <a:rPr lang="cs-CZ" dirty="0" err="1"/>
              <a:t>types</a:t>
            </a:r>
            <a:r>
              <a:rPr lang="cs-CZ" dirty="0"/>
              <a:t> (sanity </a:t>
            </a:r>
            <a:r>
              <a:rPr lang="cs-CZ" dirty="0" err="1"/>
              <a:t>check</a:t>
            </a:r>
            <a:r>
              <a:rPr lang="cs-CZ" dirty="0"/>
              <a:t>)</a:t>
            </a:r>
          </a:p>
          <a:p>
            <a:pPr lvl="1"/>
            <a:r>
              <a:rPr lang="cs-CZ" dirty="0" err="1"/>
              <a:t>Compared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result</a:t>
            </a:r>
            <a:r>
              <a:rPr lang="cs-CZ" dirty="0"/>
              <a:t> to </a:t>
            </a:r>
            <a:r>
              <a:rPr lang="cs-CZ" dirty="0" err="1"/>
              <a:t>an</a:t>
            </a:r>
            <a:r>
              <a:rPr lang="cs-CZ" dirty="0"/>
              <a:t> </a:t>
            </a:r>
            <a:r>
              <a:rPr lang="cs-CZ" dirty="0" err="1"/>
              <a:t>SQLite</a:t>
            </a:r>
            <a:r>
              <a:rPr lang="cs-CZ" dirty="0"/>
              <a:t> script ran on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original</a:t>
            </a:r>
            <a:r>
              <a:rPr lang="cs-CZ" dirty="0"/>
              <a:t> </a:t>
            </a:r>
            <a:r>
              <a:rPr lang="cs-CZ" dirty="0" err="1"/>
              <a:t>SQLite</a:t>
            </a:r>
            <a:r>
              <a:rPr lang="cs-CZ" dirty="0"/>
              <a:t> database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67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E0EC26A-F3D0-935F-EDBC-05BD03843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626" y="201660"/>
            <a:ext cx="10608747" cy="6295809"/>
          </a:xfrm>
          <a:prstGeom prst="rect">
            <a:avLst/>
          </a:prstGeom>
        </p:spPr>
      </p:pic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51656F4-1C8F-3F0E-F632-9BECCFF6DEB1}"/>
              </a:ext>
            </a:extLst>
          </p:cNvPr>
          <p:cNvSpPr txBox="1">
            <a:spLocks/>
          </p:cNvSpPr>
          <p:nvPr/>
        </p:nvSpPr>
        <p:spPr>
          <a:xfrm>
            <a:off x="791626" y="5833380"/>
            <a:ext cx="4754880" cy="82296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CADE4"/>
                </a:solidFill>
              </a:rPr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3517948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B84D43-880C-7775-EAB1-2F276321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&amp; Revenue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2A7EC-EE4D-EF78-1037-38E91823C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 Zika | Q1–Q4</a:t>
            </a:r>
          </a:p>
        </p:txBody>
      </p:sp>
    </p:spTree>
    <p:extLst>
      <p:ext uri="{BB962C8B-B14F-4D97-AF65-F5344CB8AC3E}">
        <p14:creationId xmlns:p14="http://schemas.microsoft.com/office/powerpoint/2010/main" val="2635400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6D65D7-B5F5-FCB8-B0B8-F168E34A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Trends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8807B4-729E-EBE5-8DE0-010A00FC1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(+ View)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C3FC8C0-C45C-7C45-0ECD-71350C3962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Revenue grew 9x</a:t>
            </a:r>
            <a:r>
              <a:rPr lang="en-US" dirty="0"/>
              <a:t> from January 2017</a:t>
            </a:r>
            <a:br>
              <a:rPr lang="en-US" dirty="0"/>
            </a:br>
            <a:r>
              <a:rPr lang="en-US" dirty="0"/>
              <a:t>to peak in November 2017</a:t>
            </a:r>
            <a:br>
              <a:rPr lang="en-US" dirty="0"/>
            </a:br>
            <a:r>
              <a:rPr lang="en-US" dirty="0"/>
              <a:t>— potential seasonality</a:t>
            </a:r>
            <a:br>
              <a:rPr lang="en-US" dirty="0"/>
            </a:br>
            <a:r>
              <a:rPr lang="en-US" dirty="0"/>
              <a:t>(Black Friday effect)</a:t>
            </a:r>
          </a:p>
          <a:p>
            <a:r>
              <a:rPr lang="en-US" b="1" dirty="0"/>
              <a:t>Average</a:t>
            </a:r>
            <a:r>
              <a:rPr lang="en-US" dirty="0"/>
              <a:t> monthly growth was 15%</a:t>
            </a:r>
          </a:p>
          <a:p>
            <a:r>
              <a:rPr lang="en-US" dirty="0"/>
              <a:t>Revenue </a:t>
            </a:r>
            <a:r>
              <a:rPr lang="en-US" b="1" dirty="0"/>
              <a:t>plateaued</a:t>
            </a:r>
            <a:r>
              <a:rPr lang="en-US" dirty="0"/>
              <a:t> in 2018 around R$1M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B2F043B-34CA-9F4F-EFA4-BDF09EBAFF6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14315" y="2591116"/>
            <a:ext cx="5553557" cy="326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90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F7E7E-E86F-BF34-4266-26DE5F24A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218C80C-155D-F089-E84F-73A4E80E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 Methods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51A200-32D5-D819-B163-F3710DDDC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(+ View)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6929EB6-3647-FFAC-71AD-4ABFBB35A4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Credit cards</a:t>
            </a:r>
            <a:r>
              <a:rPr lang="en-US" dirty="0"/>
              <a:t> dominate</a:t>
            </a:r>
            <a:br>
              <a:rPr lang="en-US" dirty="0"/>
            </a:br>
            <a:r>
              <a:rPr lang="en-US" dirty="0"/>
              <a:t>— CC purchases split to 3.5 installments on average, confirms that installment culture is important in Brazilian e-commerce</a:t>
            </a:r>
          </a:p>
          <a:p>
            <a:r>
              <a:rPr lang="en-US" b="1" dirty="0" err="1"/>
              <a:t>Boleto</a:t>
            </a:r>
            <a:r>
              <a:rPr lang="en-US" dirty="0"/>
              <a:t> (bank slip) second</a:t>
            </a:r>
            <a:br>
              <a:rPr lang="en-US" dirty="0"/>
            </a:br>
            <a:r>
              <a:rPr lang="en-US" dirty="0"/>
              <a:t>— no card required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323EC8F-035A-2D2E-C23B-14D40A5CB20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84164" y="2591116"/>
            <a:ext cx="5550408" cy="321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00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2E932-D46F-17DC-53ED-3EB96A5C1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Value by State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0D444-4BE3-B609-F7FE-149BE258C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(+ Stored Procedure)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424AD-D3DA-8F50-7A94-780BBAD99C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Top 10 </a:t>
            </a:r>
            <a:r>
              <a:rPr lang="en-US" b="1" dirty="0"/>
              <a:t>highest avg order</a:t>
            </a:r>
            <a:r>
              <a:rPr lang="en-US" dirty="0"/>
              <a:t> value are all North/Northeast states</a:t>
            </a:r>
          </a:p>
          <a:p>
            <a:r>
              <a:rPr lang="en-US" b="1" dirty="0"/>
              <a:t>Paraíba</a:t>
            </a:r>
            <a:r>
              <a:rPr lang="en-US" dirty="0"/>
              <a:t> highest: average product value</a:t>
            </a:r>
            <a:br>
              <a:rPr lang="en-US" dirty="0"/>
            </a:br>
            <a:r>
              <a:rPr lang="en-US" dirty="0"/>
              <a:t>R$192 + freight R$43 = R$235 total</a:t>
            </a:r>
          </a:p>
          <a:p>
            <a:r>
              <a:rPr lang="en-US" dirty="0"/>
              <a:t>Higher product values</a:t>
            </a:r>
            <a:br>
              <a:rPr lang="en-US" dirty="0"/>
            </a:br>
            <a:r>
              <a:rPr lang="en-US" dirty="0"/>
              <a:t>— not just freight inflation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74A8FA5-08AC-5AD7-B425-4F396725873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188" y="548640"/>
            <a:ext cx="6480512" cy="608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68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6EF7D-C4D3-1886-3EFD-250D00DC8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A426-DB27-7205-36CC-082B1FD1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Categories by revenue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84BA7-BE6A-AD2F-4130-D5561A2CF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4BD4E-FA52-85CE-FEEF-1C194D4384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Health &amp; beauty</a:t>
            </a:r>
            <a:br>
              <a:rPr lang="en-US" b="1" dirty="0"/>
            </a:br>
            <a:r>
              <a:rPr lang="en-US" dirty="0"/>
              <a:t>is #1 category</a:t>
            </a:r>
            <a:br>
              <a:rPr lang="en-US" dirty="0"/>
            </a:br>
            <a:r>
              <a:rPr lang="en-US" dirty="0"/>
              <a:t>by revenue: R$1.44M</a:t>
            </a:r>
          </a:p>
          <a:p>
            <a:r>
              <a:rPr lang="en-US" b="1" dirty="0"/>
              <a:t>Watches &amp; gifts</a:t>
            </a:r>
            <a:r>
              <a:rPr lang="en-US" dirty="0"/>
              <a:t> #2</a:t>
            </a:r>
            <a:br>
              <a:rPr lang="en-US" dirty="0"/>
            </a:br>
            <a:r>
              <a:rPr lang="en-US" b="1" dirty="0"/>
              <a:t>Bed/bath/table</a:t>
            </a:r>
            <a:r>
              <a:rPr lang="en-US" dirty="0"/>
              <a:t> #3</a:t>
            </a:r>
            <a:br>
              <a:rPr lang="en-US" dirty="0"/>
            </a:br>
            <a:r>
              <a:rPr lang="en-US" dirty="0"/>
              <a:t>— lifestyle over electronics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22898495-DC58-D4FC-1810-A0C7A14816AE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837129516"/>
              </p:ext>
            </p:extLst>
          </p:nvPr>
        </p:nvGraphicFramePr>
        <p:xfrm>
          <a:off x="5292991" y="1773236"/>
          <a:ext cx="5874881" cy="4614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6552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BD0FE1D-EE1D-CBA0-440A-FC5AF9D86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&amp; Delivery Behavior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32DF04-1DE9-5BF9-6277-EF7309B44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 Amaya | Q5–Q8</a:t>
            </a:r>
          </a:p>
        </p:txBody>
      </p:sp>
    </p:spTree>
    <p:extLst>
      <p:ext uri="{BB962C8B-B14F-4D97-AF65-F5344CB8AC3E}">
        <p14:creationId xmlns:p14="http://schemas.microsoft.com/office/powerpoint/2010/main" val="2306582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8A88-CD02-E230-F679-81946D1C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Delivery Time &amp; Customer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E2797-167C-8E8B-B485-E71790C6E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F4CE0-5F18-E6DB-A60B-95D50722AD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F5418-56A8-AEE0-C231-11278121A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9F847-1D46-C17E-05CA-C013095844D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296423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06560-2801-DF72-748D-88EA669A4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F6C46-87BA-B4DA-4388-4B98932BF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AED6A-86DC-694C-C636-2D6D387EEB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FE4C2F-7FAD-2628-CE31-14ADE076AB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Q8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FE0CA-2E02-792F-8BE4-233204DDE9A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3907987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3DF95-F02F-EC99-ACC1-1310D28C5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74A22A0-0AF8-E9C0-F208-9F50FC424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Seller &amp; Product Performance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9EF12B-DA68-D5D5-9C8A-7E7831979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Vanessa Quiroz | Q9–Q12</a:t>
            </a:r>
          </a:p>
        </p:txBody>
      </p:sp>
    </p:spTree>
    <p:extLst>
      <p:ext uri="{BB962C8B-B14F-4D97-AF65-F5344CB8AC3E}">
        <p14:creationId xmlns:p14="http://schemas.microsoft.com/office/powerpoint/2010/main" val="1730064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83C7-D3CF-D222-5542-2DC7E847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BF00-1200-5270-AFAE-E18BC2224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Seller &amp; Product Categories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6A906-C107-5E79-375D-60A95F89C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9E5AC-5528-DF1A-F54C-229D7FC4FA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9FA61-C792-E35D-F69C-7B50C4B74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Q10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2DFD2-B86D-13F1-78B2-C70BD72182A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3031109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F2781-2BF1-5092-2C32-FDD5BD6F2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B4EDA-C1EA-695C-FFD0-C25A07CE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 Sources &amp; Freight Cost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385AA-8E43-D8B9-3D6D-85D1BB2CC6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Q12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5C0FD-FFEE-F9D5-0E03-4CCDA55A2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50559-27E9-F6F1-022B-CAFC3870B0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C68AF-D665-9D20-C827-0E822F0B32F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915169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D3EDD5-86F6-AC9C-E789-B8C864A96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65E050-903F-A375-4DE4-3DA8DB8FB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Revenue | Jan Zika</a:t>
            </a:r>
          </a:p>
          <a:p>
            <a:r>
              <a:rPr lang="en-US" dirty="0"/>
              <a:t>Payment Methods | Jan</a:t>
            </a:r>
            <a:r>
              <a:rPr lang="cs-CZ" dirty="0"/>
              <a:t> </a:t>
            </a:r>
            <a:r>
              <a:rPr lang="en-US" dirty="0"/>
              <a:t>Zika</a:t>
            </a:r>
          </a:p>
          <a:p>
            <a:r>
              <a:rPr lang="en-US" dirty="0"/>
              <a:t>Review Score | Michael Amaya </a:t>
            </a:r>
          </a:p>
          <a:p>
            <a:r>
              <a:rPr lang="en-US" dirty="0"/>
              <a:t>Freight Cost | Vanessa Quiroz </a:t>
            </a:r>
          </a:p>
        </p:txBody>
      </p:sp>
    </p:spTree>
    <p:extLst>
      <p:ext uri="{BB962C8B-B14F-4D97-AF65-F5344CB8AC3E}">
        <p14:creationId xmlns:p14="http://schemas.microsoft.com/office/powerpoint/2010/main" val="3371065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E829A-0EC9-10B0-FA03-6FA5D809E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by Month</a:t>
            </a:r>
          </a:p>
        </p:txBody>
      </p:sp>
    </p:spTree>
    <p:extLst>
      <p:ext uri="{BB962C8B-B14F-4D97-AF65-F5344CB8AC3E}">
        <p14:creationId xmlns:p14="http://schemas.microsoft.com/office/powerpoint/2010/main" val="3228971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8A83B-522F-F02C-EC7E-24EE632BD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 Methods Breakdown</a:t>
            </a:r>
          </a:p>
        </p:txBody>
      </p:sp>
    </p:spTree>
    <p:extLst>
      <p:ext uri="{BB962C8B-B14F-4D97-AF65-F5344CB8AC3E}">
        <p14:creationId xmlns:p14="http://schemas.microsoft.com/office/powerpoint/2010/main" val="1211680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3F4FA-0360-976A-080B-DCE4CCFE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7E857-A13C-FD8A-0A01-C6E88D2B3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Score Distribution</a:t>
            </a:r>
          </a:p>
        </p:txBody>
      </p:sp>
    </p:spTree>
    <p:extLst>
      <p:ext uri="{BB962C8B-B14F-4D97-AF65-F5344CB8AC3E}">
        <p14:creationId xmlns:p14="http://schemas.microsoft.com/office/powerpoint/2010/main" val="2094397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F250-143D-5BE4-40F4-02D2CB3F7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Freight Cost vs Product Weight</a:t>
            </a:r>
          </a:p>
        </p:txBody>
      </p:sp>
    </p:spTree>
    <p:extLst>
      <p:ext uri="{BB962C8B-B14F-4D97-AF65-F5344CB8AC3E}">
        <p14:creationId xmlns:p14="http://schemas.microsoft.com/office/powerpoint/2010/main" val="258549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C4093-53D8-5CA1-F8E6-EE3783800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53A1A9-7387-5881-0778-6DA5664F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Bonus: Geolocation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1A33B-773B-E7D4-BA25-45D0180E3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 Zika | View + Q13</a:t>
            </a:r>
          </a:p>
        </p:txBody>
      </p:sp>
    </p:spTree>
    <p:extLst>
      <p:ext uri="{BB962C8B-B14F-4D97-AF65-F5344CB8AC3E}">
        <p14:creationId xmlns:p14="http://schemas.microsoft.com/office/powerpoint/2010/main" val="3389112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F10180-2EC4-B2DC-F3C4-0427C5063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Geography of Brazilian E-Commerce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FEAFD7E-7479-AB71-8199-6899553B2D4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5209694"/>
              </p:ext>
            </p:extLst>
          </p:nvPr>
        </p:nvGraphicFramePr>
        <p:xfrm>
          <a:off x="1024128" y="1877078"/>
          <a:ext cx="4885208" cy="453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864">
                  <a:extLst>
                    <a:ext uri="{9D8B030D-6E8A-4147-A177-3AD203B41FA5}">
                      <a16:colId xmlns:a16="http://schemas.microsoft.com/office/drawing/2014/main" val="1428173624"/>
                    </a:ext>
                  </a:extLst>
                </a:gridCol>
                <a:gridCol w="840597">
                  <a:extLst>
                    <a:ext uri="{9D8B030D-6E8A-4147-A177-3AD203B41FA5}">
                      <a16:colId xmlns:a16="http://schemas.microsoft.com/office/drawing/2014/main" val="590301562"/>
                    </a:ext>
                  </a:extLst>
                </a:gridCol>
                <a:gridCol w="893610">
                  <a:extLst>
                    <a:ext uri="{9D8B030D-6E8A-4147-A177-3AD203B41FA5}">
                      <a16:colId xmlns:a16="http://schemas.microsoft.com/office/drawing/2014/main" val="1128204968"/>
                    </a:ext>
                  </a:extLst>
                </a:gridCol>
                <a:gridCol w="1053137">
                  <a:extLst>
                    <a:ext uri="{9D8B030D-6E8A-4147-A177-3AD203B41FA5}">
                      <a16:colId xmlns:a16="http://schemas.microsoft.com/office/drawing/2014/main" val="2514576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sz="1600" dirty="0">
                          <a:latin typeface="+mj-lt"/>
                        </a:rPr>
                        <a:t>City Route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latin typeface="+mj-lt"/>
                        </a:rPr>
                        <a:t>Order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latin typeface="+mj-lt"/>
                        </a:rPr>
                        <a:t>Av</a:t>
                      </a:r>
                      <a:r>
                        <a:rPr lang="cs-CZ" sz="1600" dirty="0" err="1">
                          <a:latin typeface="+mj-lt"/>
                        </a:rPr>
                        <a:t>era</a:t>
                      </a:r>
                      <a:r>
                        <a:rPr lang="en-US" sz="1600" dirty="0">
                          <a:latin typeface="+mj-lt"/>
                        </a:rPr>
                        <a:t>g</a:t>
                      </a:r>
                      <a:r>
                        <a:rPr lang="cs-CZ" sz="1600" dirty="0">
                          <a:latin typeface="+mj-lt"/>
                        </a:rPr>
                        <a:t>e</a:t>
                      </a:r>
                      <a:r>
                        <a:rPr lang="en-US" sz="1600" dirty="0">
                          <a:latin typeface="+mj-lt"/>
                        </a:rPr>
                        <a:t> Distance (miles)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latin typeface="+mj-lt"/>
                        </a:rPr>
                        <a:t>Av</a:t>
                      </a:r>
                      <a:r>
                        <a:rPr lang="cs-CZ" sz="1600" dirty="0" err="1">
                          <a:latin typeface="+mj-lt"/>
                        </a:rPr>
                        <a:t>era</a:t>
                      </a:r>
                      <a:r>
                        <a:rPr lang="en-US" sz="1600" dirty="0">
                          <a:latin typeface="+mj-lt"/>
                        </a:rPr>
                        <a:t>g</a:t>
                      </a:r>
                      <a:r>
                        <a:rPr lang="cs-CZ" sz="1600" dirty="0">
                          <a:latin typeface="+mj-lt"/>
                        </a:rPr>
                        <a:t>e</a:t>
                      </a:r>
                      <a:r>
                        <a:rPr lang="en-US" sz="1600" dirty="0">
                          <a:latin typeface="+mj-lt"/>
                        </a:rPr>
                        <a:t> Freight Cost (R$)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57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São P</a:t>
                      </a:r>
                      <a:r>
                        <a:rPr lang="cs-CZ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aulo</a:t>
                      </a: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→ São P</a:t>
                      </a:r>
                      <a:r>
                        <a:rPr lang="cs-CZ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aulo</a:t>
                      </a:r>
                      <a:endParaRPr lang="en-US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6,895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10.26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292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São P</a:t>
                      </a:r>
                      <a:r>
                        <a:rPr lang="cs-CZ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aulo</a:t>
                      </a: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→ Rio</a:t>
                      </a:r>
                      <a:r>
                        <a:rPr lang="cs-CZ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cs-CZ" sz="1600" kern="100" dirty="0" err="1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Janeiro</a:t>
                      </a:r>
                      <a:endParaRPr lang="en-US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2,396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233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18.58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405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 err="1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Ibitinga</a:t>
                      </a: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→ São P</a:t>
                      </a:r>
                      <a:r>
                        <a:rPr lang="cs-CZ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aulo</a:t>
                      </a:r>
                      <a:endParaRPr lang="en-US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1,957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195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14.14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796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São P</a:t>
                      </a:r>
                      <a:r>
                        <a:rPr lang="cs-CZ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aulo</a:t>
                      </a: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→ Belo Horizonte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1,063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16.96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3436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 err="1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Ibitinga</a:t>
                      </a: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→ Rio</a:t>
                      </a:r>
                      <a:r>
                        <a:rPr lang="cs-CZ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cs-CZ" sz="1600" kern="100" dirty="0" err="1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Janeiro</a:t>
                      </a:r>
                      <a:endParaRPr lang="en-US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897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388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18.32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767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Santo André (SP) → São P</a:t>
                      </a:r>
                      <a:r>
                        <a:rPr lang="cs-CZ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aulo</a:t>
                      </a:r>
                      <a:endParaRPr lang="en-US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756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10.13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32906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São José (SP) → São P</a:t>
                      </a:r>
                      <a:r>
                        <a:rPr lang="cs-CZ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aulo</a:t>
                      </a:r>
                      <a:endParaRPr lang="en-US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713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10.43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490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São P</a:t>
                      </a:r>
                      <a:r>
                        <a:rPr lang="cs-CZ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aulo</a:t>
                      </a: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→ Goiânia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641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505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15.71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44019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São P</a:t>
                      </a:r>
                      <a:r>
                        <a:rPr lang="cs-CZ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aulo</a:t>
                      </a: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→ Brasília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609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544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17.33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0855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São P</a:t>
                      </a:r>
                      <a:r>
                        <a:rPr lang="cs-CZ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aulo</a:t>
                      </a:r>
                      <a:r>
                        <a:rPr lang="en-US" sz="1600" kern="100" dirty="0">
                          <a:effectLst/>
                          <a:latin typeface="+mj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→ Curitiba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595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226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17.37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7761288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938AF4-F309-C5C4-0432-B8956E5C9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5648" y="2009158"/>
            <a:ext cx="4754880" cy="402336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Sao Paulo is basically Amazon Brazil</a:t>
            </a:r>
          </a:p>
          <a:p>
            <a:pPr lvl="1"/>
            <a:r>
              <a:rPr lang="en-US" dirty="0"/>
              <a:t>One city shows up in 8 of the top 10 shipping routes.</a:t>
            </a:r>
          </a:p>
          <a:p>
            <a:pPr lvl="1"/>
            <a:r>
              <a:rPr lang="en-US" dirty="0"/>
              <a:t>The SP→SP route alone beats the next three routes combined.</a:t>
            </a:r>
          </a:p>
          <a:p>
            <a:r>
              <a:rPr lang="en-US" b="1" dirty="0" err="1"/>
              <a:t>Ibitinga</a:t>
            </a:r>
            <a:r>
              <a:rPr lang="en-US" b="1" dirty="0"/>
              <a:t> who?</a:t>
            </a:r>
          </a:p>
          <a:p>
            <a:pPr lvl="1"/>
            <a:r>
              <a:rPr lang="en-US" dirty="0"/>
              <a:t>A town of 60,000 people</a:t>
            </a:r>
          </a:p>
          <a:p>
            <a:pPr lvl="1"/>
            <a:r>
              <a:rPr lang="en-US" dirty="0"/>
              <a:t>Brazil's #2 seller city. Zero name recognition, but shipping textiles/craft to the entire country. Specialization &gt; size.</a:t>
            </a:r>
          </a:p>
          <a:p>
            <a:r>
              <a:rPr lang="en-US" b="1" dirty="0"/>
              <a:t>533 miles for R$ 7 (~ $1.40) extra </a:t>
            </a:r>
          </a:p>
          <a:p>
            <a:pPr lvl="1"/>
            <a:r>
              <a:rPr lang="en-US" dirty="0"/>
              <a:t>Shipping from Sao Paulo to Brasilia costs about the same as shipping across town.</a:t>
            </a:r>
          </a:p>
          <a:p>
            <a:pPr lvl="1"/>
            <a:r>
              <a:rPr lang="en-US" dirty="0"/>
              <a:t>Distance barely moves the needle on freight</a:t>
            </a:r>
          </a:p>
          <a:p>
            <a:r>
              <a:rPr lang="en-US" b="1" dirty="0"/>
              <a:t>Rio de Janeiro</a:t>
            </a:r>
          </a:p>
          <a:p>
            <a:pPr lvl="1"/>
            <a:r>
              <a:rPr lang="en-US" dirty="0"/>
              <a:t>All vibes, no warehouses</a:t>
            </a:r>
          </a:p>
          <a:p>
            <a:pPr lvl="1"/>
            <a:r>
              <a:rPr lang="en-US" dirty="0"/>
              <a:t>RJ is a top destination on two routes but nowhere to be found as a seller. The city buys. It does not ship.</a:t>
            </a:r>
          </a:p>
        </p:txBody>
      </p:sp>
    </p:spTree>
    <p:extLst>
      <p:ext uri="{BB962C8B-B14F-4D97-AF65-F5344CB8AC3E}">
        <p14:creationId xmlns:p14="http://schemas.microsoft.com/office/powerpoint/2010/main" val="548087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880FEB-BE65-21ED-4792-B04C7B6D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2890E-BD76-D024-7C7E-B366CAE96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Dataset: https://www.kaggle.com/datasets/terencicp/e-commerce-dataset-by-olist-as-an-sqlite-database</a:t>
            </a:r>
          </a:p>
          <a:p>
            <a:r>
              <a:rPr lang="en-US" dirty="0"/>
              <a:t>Project Repo: https://github.com/jan-zika/olist-db</a:t>
            </a:r>
          </a:p>
          <a:p>
            <a:r>
              <a:rPr lang="en-US" dirty="0"/>
              <a:t>Database: Azure SQL</a:t>
            </a:r>
          </a:p>
          <a:p>
            <a:r>
              <a:rPr lang="en-US" dirty="0"/>
              <a:t>Tools: SSMS, Azure SQL, Python, </a:t>
            </a:r>
            <a:r>
              <a:rPr lang="en-US" dirty="0" err="1"/>
              <a:t>DBCode</a:t>
            </a:r>
            <a:r>
              <a:rPr lang="cs-CZ" dirty="0"/>
              <a:t>, dbdiagram.io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810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51C2-62F0-FE7B-AE38-04A33B9D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EFD25-0CC8-1D64-F10B-29AB5EF1C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3201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9246</TotalTime>
  <Words>791</Words>
  <Application>Microsoft Office PowerPoint</Application>
  <PresentationFormat>Widescreen</PresentationFormat>
  <Paragraphs>144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Tw Cen MT</vt:lpstr>
      <vt:lpstr>Tw Cen MT Condensed</vt:lpstr>
      <vt:lpstr>Wingdings 3</vt:lpstr>
      <vt:lpstr>Integral</vt:lpstr>
      <vt:lpstr>Olist E-Commerce Analysis</vt:lpstr>
      <vt:lpstr>Overview</vt:lpstr>
      <vt:lpstr>Data Pipeline: SQLite → SQL Server</vt:lpstr>
      <vt:lpstr>PowerPoint Presentation</vt:lpstr>
      <vt:lpstr>Sales &amp; Revenue</vt:lpstr>
      <vt:lpstr>Revenue Trends</vt:lpstr>
      <vt:lpstr>Payment Methods</vt:lpstr>
      <vt:lpstr>Order Value by State</vt:lpstr>
      <vt:lpstr>Top 10 Categories by revenue</vt:lpstr>
      <vt:lpstr>Customer &amp; Delivery Behavior</vt:lpstr>
      <vt:lpstr>Delivery Time &amp; Customer Reviews</vt:lpstr>
      <vt:lpstr>Order Insights</vt:lpstr>
      <vt:lpstr>Seller &amp; Product Performance</vt:lpstr>
      <vt:lpstr>Top Seller &amp; Product Categories</vt:lpstr>
      <vt:lpstr>Lead Sources &amp; Freight Cost</vt:lpstr>
      <vt:lpstr>Visualizations</vt:lpstr>
      <vt:lpstr>Revenue by Month</vt:lpstr>
      <vt:lpstr>Payment Methods Breakdown</vt:lpstr>
      <vt:lpstr>Review Score Distribution</vt:lpstr>
      <vt:lpstr>Freight Cost vs Product Weight</vt:lpstr>
      <vt:lpstr>Bonus: Geolocation</vt:lpstr>
      <vt:lpstr>The Geography of Brazilian E-Commerce</vt:lpstr>
      <vt:lpstr>References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Zika</dc:creator>
  <cp:lastModifiedBy>Jan Zika</cp:lastModifiedBy>
  <cp:revision>3</cp:revision>
  <dcterms:created xsi:type="dcterms:W3CDTF">2026-04-03T21:10:37Z</dcterms:created>
  <dcterms:modified xsi:type="dcterms:W3CDTF">2026-04-22T20:59:15Z</dcterms:modified>
</cp:coreProperties>
</file>